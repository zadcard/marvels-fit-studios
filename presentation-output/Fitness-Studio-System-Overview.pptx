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 FIT STUDIOS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&amp; Financial Management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Valuation &amp; Architecture Overview Document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920240" cy="411480"/>
          </a:xfrm>
          <a:prstGeom prst="rect">
            <a:avLst>
              <a:gd name="adj" fmla="val 22222"/>
            </a:avLst>
          </a:prstGeom>
          <a:solidFill>
            <a:srgbClr val="1C1C1C"/>
          </a:solidFill>
          <a:ln w="12700">
            <a:solidFill>
              <a:srgbClr val="2D2D2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Next.js 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4389120"/>
            <a:ext cx="1920240" cy="411480"/>
          </a:xfrm>
          <a:prstGeom prst="rect">
            <a:avLst>
              <a:gd name="adj" fmla="val 22222"/>
            </a:avLst>
          </a:prstGeom>
          <a:solidFill>
            <a:srgbClr val="1C1C1C"/>
          </a:solidFill>
          <a:ln w="12700">
            <a:solidFill>
              <a:srgbClr val="2D2D2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4389120"/>
            <a:ext cx="1920240" cy="411480"/>
          </a:xfrm>
          <a:prstGeom prst="rect">
            <a:avLst>
              <a:gd name="adj" fmla="val 22222"/>
            </a:avLst>
          </a:prstGeom>
          <a:solidFill>
            <a:srgbClr val="1C1C1C"/>
          </a:solidFill>
          <a:ln w="12700">
            <a:solidFill>
              <a:srgbClr val="2D2D2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0" y="4389120"/>
            <a:ext cx="1920240" cy="411480"/>
          </a:xfrm>
          <a:prstGeom prst="rect">
            <a:avLst>
              <a:gd name="adj" fmla="val 22222"/>
            </a:avLst>
          </a:prstGeom>
          <a:solidFill>
            <a:srgbClr val="1C1C1C"/>
          </a:solidFill>
          <a:ln w="12700">
            <a:solidFill>
              <a:srgbClr val="2D2D2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Financial Ledger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4389120"/>
            <a:ext cx="1920240" cy="411480"/>
          </a:xfrm>
          <a:prstGeom prst="rect">
            <a:avLst>
              <a:gd name="adj" fmla="val 22222"/>
            </a:avLst>
          </a:prstGeom>
          <a:solidFill>
            <a:srgbClr val="1C1C1C"/>
          </a:solidFill>
          <a:ln w="12700">
            <a:solidFill>
              <a:srgbClr val="2D2D2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Injury Tracking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for System Pricing &amp; Valuation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Unified Operating System Replacing Disconnected Tools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 vs. One Workspace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scattered spreadsheets, WhatsApp groups, manual receipts, and notebook tracking with a single central platform.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Operational Visibility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live studio pulse, roster check-ins, automated renewal alerts, and audited daily cash movement.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Role-Tailored Security &amp; Workspaces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high-security Admin Command Center and Coach Workspaces ensuring data privacy and operational focus.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Turn-Key Production Readiness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with zero technical debt, complete test coverage, automated migrations, and enterprise-grade resilience.</a:t>
            </a:r>
            <a:endParaRPr lang="en-US" sz="1200" dirty="0"/>
          </a:p>
        </p:txBody>
      </p:sp>
      <p:pic>
        <p:nvPicPr>
          <p:cNvPr id="13" name="Image 0" descr="C:\Users\zadca\OneDrive\Documents\GitHub\marvels-fit-studios\presentation-output\screenshots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4630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WORKSPACES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Role-Based Workspaces: Admin &amp; Coach Control Centers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Command Center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studio stats, live floor pulse, pending trial actions, upcoming renewals, and cash ledger controls.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Floor Workspace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mobile &amp; desktop view for coaches with assigned clients, roster check-in, and injury flags.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Permission Boundaries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access only floor attendance and client medical context — administrative revenue data remains locked.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Action Triggers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attendance check-in, quick lead follow-ups, and direct WhatsApp client messaging.</a:t>
            </a:r>
            <a:endParaRPr lang="en-US" sz="1200" dirty="0"/>
          </a:p>
        </p:txBody>
      </p:sp>
      <p:pic>
        <p:nvPicPr>
          <p:cNvPr id="13" name="Image 0" descr="C:\Users\zadca\OneDrive\Documents\GitHub\marvels-fit-studios\presentation-output\screenshots\coach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4630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Prospect Acquisition &amp; Lead Conversion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Acquisition Stages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leads through New → Trial Booked → Trial Done → Won / Lost conversion funnel.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Session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prospective members directly to group trial sessions with automated outcome tracking.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Reason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detailed reasons for lost leads (location, timing, pricing) for business intelligence.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Lead Conversion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successful trials into active client profiles and subscriptions seamlessly.</a:t>
            </a:r>
            <a:endParaRPr lang="en-US" sz="1200" dirty="0"/>
          </a:p>
        </p:txBody>
      </p:sp>
      <p:pic>
        <p:nvPicPr>
          <p:cNvPr id="13" name="Image 0" descr="C:\Users\zadca\OneDrive\Documents\GitHub\marvels-fit-studios\presentation-output\screenshots\lea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4630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DOSSIERS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Member Intelligence &amp; Clinical Injury Prevention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360-Degree Client Dossiers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member profiles containing membership history, assigned coach, category, and receipts.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Injury Flags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warning badges for ACL, meniscus, lumbar strains, and movement restrictions across all views.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Floor-Level Safety Rules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coaches and admins see injury notes directly on class rosters to prevent aggravated injury.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Communication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WhatsApp link for instant client messaging directly from their dossier.</a:t>
            </a:r>
            <a:endParaRPr lang="en-US" sz="1200" dirty="0"/>
          </a:p>
        </p:txBody>
      </p:sp>
      <p:pic>
        <p:nvPicPr>
          <p:cNvPr id="13" name="Image 0" descr="C:\Users\zadca\OneDrive\Documents\GitHub\marvels-fit-studios\presentation-output\screenshots\client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4630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&amp; ATTENDANCE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Dynamic Weekly Scheduling &amp; Roster Attendance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Schedule Views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Agenda, Week Cards, and Hourly Grid views tailored for high-volume studio scheduling.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Live 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status badges indicating 🔴 Live Now, Upcoming, or Ended sessions based on Cairo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Attendance States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Attended, Late, Missed, and Excused attendance with mandatory excuse notes.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Session Automation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weekly group templates and generate recurring occurrences with exception handling.</a:t>
            </a:r>
            <a:endParaRPr lang="en-US" sz="1200" dirty="0"/>
          </a:p>
        </p:txBody>
      </p:sp>
      <p:pic>
        <p:nvPicPr>
          <p:cNvPr id="13" name="Image 0" descr="C:\Users\zadca\OneDrive\Documents\GitHub\marvels-fit-studios\presentation-output\screenshots\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4630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Subscription Lifecycle &amp; Automated Payment Ledger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Membership Plans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Group, Private, and Hybrid subscription plans with session count limits.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Balance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decrements remaining sessions upon attendance check-in with low-balance alerts.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Controls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 actions: Pause, Resume, Cancel, and Renew subscriptions with date precision.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Digital Receipts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branded digital receipts with unique receipt numbers and instant PDF export.</a:t>
            </a:r>
            <a:endParaRPr lang="en-US" sz="1200" dirty="0"/>
          </a:p>
        </p:txBody>
      </p:sp>
      <p:pic>
        <p:nvPicPr>
          <p:cNvPr id="13" name="Image 0" descr="C:\Users\zadca\OneDrive\Documents\GitHub\marvels-fit-studios\presentation-output\screenshots\subscrip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4630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Financial Operations &amp; Cash Movement Audit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Cash Flow Ledger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cash-in receipts and categorised cash-out expenditures with net movement calculations.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 Breakdown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revenue distribution across InstaPay, Visa, Cash, and Bank Transfers.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 Filtering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financial reports by custom date ranges, weekly, monthly, or quarterly periods.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Data Export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export of complete financial ledgers for external accounting and tax compliance.</a:t>
            </a:r>
            <a:endParaRPr lang="en-US" sz="1200" dirty="0"/>
          </a:p>
        </p:txBody>
      </p:sp>
      <p:pic>
        <p:nvPicPr>
          <p:cNvPr id="13" name="Image 0" descr="C:\Users\zadca\OneDrive\Documents\GitHub\marvels-fit-studios\presentation-output\screenshots\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46304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Full-Stack Next.js 16 App Router &amp; Enterprise Security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210312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UI Framework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16.2 App Router, React 18, TypeScript 5, Radix UI primitives, Lucide Icons, and 100% custom CSS token design 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029200" cy="210312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Security Boundary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database with Row Level Security (RLS), transactional RPC functions, and server-only service role boundary.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029200" cy="210312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Access Control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Auth.js v5 JWT credentials authentication, bcrypt password hashing, forced password change flow, and strict role permissions.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840480"/>
            <a:ext cx="5029200" cy="210312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Production Verification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480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unit &amp; contract suites, Playwright E2E browser tests, ESLint, TypeScript checks, and automated Vercel deployment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ASSET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System Commercial Assets &amp; Valuation Highlights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210312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Turn-Key Operational Product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functional, production-ready fitness studio operating system ready for immediate commercial deployment.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029200" cy="210312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IP &amp; Custom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bespoke codebase (no generic templates), custom design system, and studio domain logic.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029200" cy="210312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SaaS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model easily adaptable for multi-branch studio chains or SaaS multi-tenant licensing.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840480"/>
            <a:ext cx="5029200" cy="2103120"/>
          </a:xfrm>
          <a:prstGeom prst="rect">
            <a:avLst/>
          </a:prstGeom>
          <a:solidFill>
            <a:srgbClr val="1C1C1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Market Demand Domain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480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high-friction daily operational challenges for fitness studios, gyms, and sports academies.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Marvel Fit Studios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Marvel Fit Studios - Fitness Studio Management System</dc:title>
  <dc:subject>PptxGenJS Presentation</dc:subject>
  <dc:creator>Marvel Fit Studios</dc:creator>
  <cp:lastModifiedBy>Marvel Fit Studios</cp:lastModifiedBy>
  <cp:revision>1</cp:revision>
  <dcterms:created xsi:type="dcterms:W3CDTF">2026-07-22T19:09:09Z</dcterms:created>
  <dcterms:modified xsi:type="dcterms:W3CDTF">2026-07-22T19:09:09Z</dcterms:modified>
</cp:coreProperties>
</file>